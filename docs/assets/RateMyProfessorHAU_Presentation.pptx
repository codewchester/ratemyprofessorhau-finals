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8f693be0634f39" /><Relationship Type="http://schemas.openxmlformats.org/officeDocument/2006/relationships/extended-properties" Target="/docProps/app.xml" Id="R1e2a5aede64c4ac5" /><Relationship Type="http://schemas.openxmlformats.org/officeDocument/2006/relationships/officeDocument" Target="/ppt/presentation.xml" Id="Ra3d53d36137849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885516c57745c2"/>
  </p:sldMasterIdLst>
  <p:notesMasterIdLst>
    <p:notesMasterId xmlns:r="http://schemas.openxmlformats.org/officeDocument/2006/relationships" r:id="Rf81df28c11a64249"/>
  </p:notesMasterIdLst>
  <p:sldIdLst>
    <p:sldId xmlns:r="http://schemas.openxmlformats.org/officeDocument/2006/relationships" id="256" r:id="R5dc5a9de7f2c4243"/>
    <p:sldId xmlns:r="http://schemas.openxmlformats.org/officeDocument/2006/relationships" id="257" r:id="Rfea35414039b4b35"/>
    <p:sldId xmlns:r="http://schemas.openxmlformats.org/officeDocument/2006/relationships" id="258" r:id="R1ef90c431d4944cd"/>
    <p:sldId xmlns:r="http://schemas.openxmlformats.org/officeDocument/2006/relationships" id="259" r:id="Rdb10b1858a224555"/>
    <p:sldId xmlns:r="http://schemas.openxmlformats.org/officeDocument/2006/relationships" id="260" r:id="Rcae2b3fd0f2e4b7c"/>
    <p:sldId xmlns:r="http://schemas.openxmlformats.org/officeDocument/2006/relationships" id="261" r:id="R8c8806f0e75d4b30"/>
    <p:sldId xmlns:r="http://schemas.openxmlformats.org/officeDocument/2006/relationships" id="262" r:id="Rf08f6b949b2e4e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c08ee5ed244df1" /><Relationship Type="http://schemas.openxmlformats.org/officeDocument/2006/relationships/slideMaster" Target="/ppt/slideMasters/slideMaster1.xml" Id="R43885516c57745c2" /><Relationship Type="http://schemas.openxmlformats.org/officeDocument/2006/relationships/notesMaster" Target="/ppt/notesMasters/notesMaster1.xml" Id="Rf81df28c11a64249" /><Relationship Type="http://schemas.openxmlformats.org/officeDocument/2006/relationships/presProps" Target="/ppt/presProps.xml" Id="R79cbfa2e0d204e5b" /><Relationship Type="http://schemas.openxmlformats.org/officeDocument/2006/relationships/tableStyles" Target="/ppt/tableStyles.xml" Id="Re238a8de335c42f0" /><Relationship Type="http://schemas.openxmlformats.org/officeDocument/2006/relationships/slide" Target="/ppt/slides/slide1.xml" Id="R5dc5a9de7f2c4243" /><Relationship Type="http://schemas.openxmlformats.org/officeDocument/2006/relationships/slide" Target="/ppt/slides/slide2.xml" Id="Rfea35414039b4b35" /><Relationship Type="http://schemas.openxmlformats.org/officeDocument/2006/relationships/slide" Target="/ppt/slides/slide3.xml" Id="R1ef90c431d4944cd" /><Relationship Type="http://schemas.openxmlformats.org/officeDocument/2006/relationships/slide" Target="/ppt/slides/slide4.xml" Id="Rdb10b1858a224555" /><Relationship Type="http://schemas.openxmlformats.org/officeDocument/2006/relationships/slide" Target="/ppt/slides/slide5.xml" Id="Rcae2b3fd0f2e4b7c" /><Relationship Type="http://schemas.openxmlformats.org/officeDocument/2006/relationships/slide" Target="/ppt/slides/slide6.xml" Id="R8c8806f0e75d4b30" /><Relationship Type="http://schemas.openxmlformats.org/officeDocument/2006/relationships/slide" Target="/ppt/slides/slide7.xml" Id="Rf08f6b949b2e4e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c16fb3365b4f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b8de7ae4ae4d59" /><Relationship Type="http://schemas.openxmlformats.org/officeDocument/2006/relationships/notesMaster" Target="/ppt/notesMasters/notesMaster1.xml" Id="R7db99b2f6ace42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2b6b8d4309412b" /><Relationship Type="http://schemas.openxmlformats.org/officeDocument/2006/relationships/notesMaster" Target="/ppt/notesMasters/notesMaster1.xml" Id="R9e7ccb717ed143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bfc7a7e050485e" /><Relationship Type="http://schemas.openxmlformats.org/officeDocument/2006/relationships/notesMaster" Target="/ppt/notesMasters/notesMaster1.xml" Id="Rbf611b948c934e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45d7169c41486c" /><Relationship Type="http://schemas.openxmlformats.org/officeDocument/2006/relationships/notesMaster" Target="/ppt/notesMasters/notesMaster1.xml" Id="R3f2879f07e3940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d885137f764cf6" /><Relationship Type="http://schemas.openxmlformats.org/officeDocument/2006/relationships/notesMaster" Target="/ppt/notesMasters/notesMaster1.xml" Id="Rb0ad848b702649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79115566e14582" /><Relationship Type="http://schemas.openxmlformats.org/officeDocument/2006/relationships/notesMaster" Target="/ppt/notesMasters/notesMaster1.xml" Id="Rdfc574ae40084f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cd9ffb063e46ff" /><Relationship Type="http://schemas.openxmlformats.org/officeDocument/2006/relationships/notesMaster" Target="/ppt/notesMasters/notesMaster1.xml" Id="Rb6da22cf571c42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a1a37561c4e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596a2b8ee42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9987fac6840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7031b9d2d42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ca475517e45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26d742ea440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671335-7457-4CDC-A4B5-86CBAE15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918051-082F-46E4-B58C-6E562EC84F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CC7FFD-54FC-4BF4-A09F-DEC0524AD7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9F07CB-A5FF-4D84-BC62-7D8E71DC7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E559F2-6A05-4424-9E82-990157F9FC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A6870D-FE02-4769-B890-D3AB4BD7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189430-F662-4414-9C85-C86FD0FF79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8F985F-A197-4B5F-992B-E9260E3ED2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6AD33A-27CF-4D53-80E7-366A99F83F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5B71A9-4C9C-4CAE-A771-54E9E8B404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dfb4a62b834a45" /><Relationship Type="http://schemas.openxmlformats.org/officeDocument/2006/relationships/slideLayout" Target="/ppt/slideLayouts/slideLayout1.xml" Id="Rac166adc59574d48" /><Relationship Type="http://schemas.openxmlformats.org/officeDocument/2006/relationships/slideLayout" Target="/ppt/slideLayouts/slideLayout2.xml" Id="R450cee9b80464402" /><Relationship Type="http://schemas.openxmlformats.org/officeDocument/2006/relationships/slideLayout" Target="/ppt/slideLayouts/slideLayout3.xml" Id="Rf7d21d736ea04150" /><Relationship Type="http://schemas.openxmlformats.org/officeDocument/2006/relationships/slideLayout" Target="/ppt/slideLayouts/slideLayout4.xml" Id="R59e2bf28e3fa43fa" /><Relationship Type="http://schemas.openxmlformats.org/officeDocument/2006/relationships/slideLayout" Target="/ppt/slideLayouts/slideLayout5.xml" Id="R2dbfd8b9c9674d4e" /><Relationship Type="http://schemas.openxmlformats.org/officeDocument/2006/relationships/slideLayout" Target="/ppt/slideLayouts/slideLayout6.xml" Id="Ra44f05e33c4a49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166adc59574d48"/>
    <p:sldLayoutId xmlns:r="http://schemas.openxmlformats.org/officeDocument/2006/relationships" id="2147483650" r:id="R450cee9b80464402"/>
    <p:sldLayoutId xmlns:r="http://schemas.openxmlformats.org/officeDocument/2006/relationships" id="2147483651" r:id="Rf7d21d736ea04150"/>
    <p:sldLayoutId xmlns:r="http://schemas.openxmlformats.org/officeDocument/2006/relationships" id="2147483652" r:id="R59e2bf28e3fa43fa"/>
    <p:sldLayoutId xmlns:r="http://schemas.openxmlformats.org/officeDocument/2006/relationships" id="2147483653" r:id="R2dbfd8b9c9674d4e"/>
    <p:sldLayoutId xmlns:r="http://schemas.openxmlformats.org/officeDocument/2006/relationships" id="2147483654" r:id="Ra44f05e33c4a49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0495b661e4b0d" /><Relationship Type="http://schemas.openxmlformats.org/officeDocument/2006/relationships/notesSlide" Target="/ppt/notesSlides/notesSlide1.xml" Id="Rdd23c58e05864f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9c93fee894fcb" /><Relationship Type="http://schemas.openxmlformats.org/officeDocument/2006/relationships/notesSlide" Target="/ppt/notesSlides/notesSlide2.xml" Id="Rf1181c9b4703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0e7bda91245cb" /><Relationship Type="http://schemas.openxmlformats.org/officeDocument/2006/relationships/image" Target="/ppt/media/image.png" Id="Rf5141aba09994357" /><Relationship Type="http://schemas.openxmlformats.org/officeDocument/2006/relationships/image" Target="/ppt/media/image2.png" Id="R223952095ab04d12" /><Relationship Type="http://schemas.openxmlformats.org/officeDocument/2006/relationships/image" Target="/ppt/media/image3.png" Id="R6629fd8066be41b8" /><Relationship Type="http://schemas.openxmlformats.org/officeDocument/2006/relationships/notesSlide" Target="/ppt/notesSlides/notesSlide3.xml" Id="Rb0f3727cbbff41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24c8626174b01" /><Relationship Type="http://schemas.openxmlformats.org/officeDocument/2006/relationships/image" Target="/ppt/media/image4.png" Id="Rc949436afca74153" /><Relationship Type="http://schemas.openxmlformats.org/officeDocument/2006/relationships/image" Target="/ppt/media/image5.png" Id="Re3e46aa4fe7d4f43" /><Relationship Type="http://schemas.openxmlformats.org/officeDocument/2006/relationships/notesSlide" Target="/ppt/notesSlides/notesSlide4.xml" Id="R68645d3e627a4a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dfaa8038fb4337" /><Relationship Type="http://schemas.openxmlformats.org/officeDocument/2006/relationships/notesSlide" Target="/ppt/notesSlides/notesSlide5.xml" Id="R2ef166834ede47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59116be68478f" /><Relationship Type="http://schemas.openxmlformats.org/officeDocument/2006/relationships/notesSlide" Target="/ppt/notesSlides/notesSlide6.xml" Id="R78ba8c54022946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01fa5fd32401e" /><Relationship Type="http://schemas.openxmlformats.org/officeDocument/2006/relationships/notesSlide" Target="/ppt/notesSlides/notesSlide7.xml" Id="R3c035373903a42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E18EF-971B-4259-9A2B-CA3711DC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6C88B-AAD8-44BD-AB40-208B45AE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A6291E"/>
                </a:solidFill>
              </a:defRPr>
            </a:pPr>
            <a:r>
              <a:rPr sz="3600" b="1">
                <a:solidFill>
                  <a:srgbClr val="A6291E"/>
                </a:solidFill>
              </a:rPr>
              <a:t>RateMyProfessorHAU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5D7EC-3ABC-41BC-AF19-951FA55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B9BAA-785F-48E4-AA0C-126976C7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A1A1A"/>
                </a:solidFill>
              </a:defRPr>
            </a:pPr>
            <a:r>
              <a:rPr sz="2250" b="1">
                <a:solidFill>
                  <a:srgbClr val="1A1A1A"/>
                </a:solidFill>
              </a:rPr>
              <a:t>A professor review app for HAU students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17780-8975-42C3-A4C5-9EFAB9B3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</a:rPr>
              <a:t>Students can look up professors, read peer feedback, and prepare a review across eight categories.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8A73-51AD-477B-B36A-BFFD1968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A6291E"/>
                </a:solidFill>
              </a:defRPr>
            </a:pPr>
            <a:r>
              <a:rPr sz="1275" b="1">
                <a:solidFill>
                  <a:srgbClr val="A6291E"/>
                </a:solidFill>
              </a:rPr>
              <a:t>Final project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C6AF2-C734-4A91-9FCC-608883E3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</a:rPr>
              <a:t>Lester Manapul  •  Holy Angel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9719A-90E2-4AD3-B005-DA014BFB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10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Flutter  •  Dart</a:t>
            </a:r>
          </a:p>
        </p:txBody>
      </p:sp>
    </p:spTree>
    <p:extLst>
      <p:ext uri="{BB962C8B-B14F-4D97-AF65-F5344CB8AC3E}">
        <p14:creationId xmlns:p14="http://schemas.microsoft.com/office/powerpoint/2010/main" val="1527324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90927-3828-44DB-86F4-0059DF3C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A6291E"/>
                </a:solidFill>
              </a:defRPr>
            </a:pPr>
            <a:r>
              <a:rPr sz="2850" b="1">
                <a:solidFill>
                  <a:srgbClr val="A6291E"/>
                </a:solidFill>
              </a:rPr>
              <a:t>The problem and intended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57BB4-EF22-467A-9731-F4BE92F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RateMyProfessorHAU   •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D3B14-FA5A-4D1F-996A-8444A0F3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C7F97-1553-4BC8-95C3-8254259E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6291E"/>
                </a:solidFill>
              </a:defRPr>
            </a:pPr>
            <a:r>
              <a:rPr sz="1800" b="1">
                <a:solidFill>
                  <a:srgbClr val="A6291E"/>
                </a:solidFill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5F987-EE1E-4BB4-86A5-F771D8C4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A1A1A"/>
                </a:solidFill>
              </a:defRPr>
            </a:pPr>
            <a:r>
              <a:rPr sz="1800" b="0">
                <a:solidFill>
                  <a:srgbClr val="1A1A1A"/>
                </a:solidFill>
              </a:rPr>
              <a:t>Students may choose classes with little information about a professor’s grading style, workload, or teaching approach. They often rely on word of mouth.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DE764-BA9D-48CD-96AB-92EF415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Who it serves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1AA4B-DB70-41D3-8F28-44A3AF38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A1A1A"/>
                </a:solidFill>
              </a:defRPr>
            </a:pPr>
            <a:r>
              <a:rPr sz="1725" b="1">
                <a:solidFill>
                  <a:srgbClr val="1A1A1A"/>
                </a:solidFill>
              </a:rPr>
              <a:t>Currently enrolled HAU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80E61-ED38-4914-AF0C-8FE87093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936F2-E2D1-4831-BBED-F2131795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6291E"/>
                </a:solidFill>
              </a:defRPr>
            </a:pPr>
            <a:r>
              <a:rPr sz="1800" b="1">
                <a:solidFill>
                  <a:srgbClr val="A6291E"/>
                </a:solidFill>
              </a:rPr>
              <a:t>What the app is designed to help 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BF137-67A2-47A2-9467-7C7FE7E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BB977-B70F-4CF5-9275-31963858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Find professor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F9A61-C851-4352-BC70-33BFBF39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Browse the professor list by school or course.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0B602-424F-4401-989E-F0437E61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E096B-2141-4762-86C4-ED9082B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Read peer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1BA91-DFD2-4971-B5FC-10DF90FC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Review ratings and comments tied to a course.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76543-F400-49E5-9DD4-87FD9920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C6208-8E33-47D4-856D-2AE31D64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Share a class 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2FE80-2250-499D-A588-20710650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Fill out a multi-category review form.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8890B-2A89-4266-820B-9FE5A049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The screenshots that follow show the five current app screens. The content is sample data.</a:t>
            </a:r>
          </a:p>
        </p:txBody>
      </p:sp>
    </p:spTree>
    <p:extLst>
      <p:ext uri="{BB962C8B-B14F-4D97-AF65-F5344CB8AC3E}">
        <p14:creationId xmlns:p14="http://schemas.microsoft.com/office/powerpoint/2010/main" val="377047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D8E3C-8C85-482D-B2BB-F82B7A85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A6291E"/>
                </a:solidFill>
              </a:defRPr>
            </a:pPr>
            <a:r>
              <a:rPr sz="2850" b="1">
                <a:solidFill>
                  <a:srgbClr val="A6291E"/>
                </a:solidFill>
              </a:rPr>
              <a:t>App walkthrough: login, courses, reviews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45EA9-5627-4874-B140-D54E25B8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RateMyProfessorHAU   •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EE0F3-7BC5-486E-801C-EE91DF16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B2814-54A6-4AD2-B479-1AA7625B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097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6291E"/>
                </a:solidFill>
              </a:defRPr>
            </a:pPr>
            <a:r>
              <a:rPr sz="1500" b="1">
                <a:solidFill>
                  <a:srgbClr val="A6291E"/>
                </a:solidFill>
              </a:rPr>
              <a:t>Login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EF87F-8116-4D49-A1B7-449688BD9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41aba09994357"/>
          <a:stretch xmlns:a="http://schemas.openxmlformats.org/drawingml/2006/main"/>
        </p:blipFill>
        <p:spPr>
          <a:xfrm xmlns:a="http://schemas.openxmlformats.org/drawingml/2006/main">
            <a:off x="738615" y="1724025"/>
            <a:ext cx="2189896" cy="426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E8578-FB91-4348-950D-C563186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0198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A sign-in layout for HAU students, with links for registration and password recovery.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A6341-E36D-4B2D-AF0E-CEC77A56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097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6291E"/>
                </a:solidFill>
              </a:defRPr>
            </a:pPr>
            <a:r>
              <a:rPr sz="1500" b="1">
                <a:solidFill>
                  <a:srgbClr val="A6291E"/>
                </a:solidFill>
              </a:rPr>
              <a:t>Courses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C0B9A-7286-45CF-A17B-872FE8B317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952095ab04d12"/>
          <a:stretch xmlns:a="http://schemas.openxmlformats.org/drawingml/2006/main"/>
        </p:blipFill>
        <p:spPr>
          <a:xfrm xmlns:a="http://schemas.openxmlformats.org/drawingml/2006/main">
            <a:off x="4953000" y="1806687"/>
            <a:ext cx="2238375" cy="410187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F8DCB-1950-44ED-957A-F64054BC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0198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Browse professors, choose a school, or search by course.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8F19B-DB6F-4BFF-BDFB-01E9203E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097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6291E"/>
                </a:solidFill>
              </a:defRPr>
            </a:pPr>
            <a:r>
              <a:rPr sz="1500" b="1">
                <a:solidFill>
                  <a:srgbClr val="A6291E"/>
                </a:solidFill>
              </a:rPr>
              <a:t>Professor reviews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86132-255D-4158-933C-A407D3D1C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9fd8066be41b8"/>
          <a:stretch xmlns:a="http://schemas.openxmlformats.org/drawingml/2006/main"/>
        </p:blipFill>
        <p:spPr>
          <a:xfrm xmlns:a="http://schemas.openxmlformats.org/drawingml/2006/main">
            <a:off x="9194948" y="1724025"/>
            <a:ext cx="2231729" cy="4267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26C4E-6B2A-4C5C-973E-728489C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601980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A1A1A"/>
                </a:solidFill>
              </a:defRPr>
            </a:pPr>
            <a:r>
              <a:rPr sz="1125" b="0">
                <a:solidFill>
                  <a:srgbClr val="1A1A1A"/>
                </a:solidFill>
              </a:rPr>
              <a:t>See a professor’s rating summary, course tabs, and a sample review.</a:t>
            </a:r>
          </a:p>
        </p:txBody>
      </p:sp>
    </p:spTree>
    <p:extLst>
      <p:ext uri="{BB962C8B-B14F-4D97-AF65-F5344CB8AC3E}">
        <p14:creationId xmlns:p14="http://schemas.microsoft.com/office/powerpoint/2010/main" val="2065535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529BD-B2C7-4ADE-8DB5-3AD17AD7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A6291E"/>
                </a:solidFill>
              </a:defRPr>
            </a:pPr>
            <a:r>
              <a:rPr sz="2850" b="1">
                <a:solidFill>
                  <a:srgbClr val="A6291E"/>
                </a:solidFill>
              </a:rPr>
              <a:t>App walkthrough: profile and review 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4E7FD-B3DD-4678-9E37-83D000C6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RateMyProfessorHAU   •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429A1-55AB-4E2B-914C-C2839974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34C03-61AF-4367-91CD-745CCFD2FE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9436afca74153"/>
          <a:stretch xmlns:a="http://schemas.openxmlformats.org/drawingml/2006/main"/>
        </p:blipFill>
        <p:spPr>
          <a:xfrm xmlns:a="http://schemas.openxmlformats.org/drawingml/2006/main">
            <a:off x="748958" y="1581150"/>
            <a:ext cx="213111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AC3C4-A4CD-44E7-A742-FEA15449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A6291E"/>
                </a:solidFill>
              </a:defRPr>
            </a:pPr>
            <a:r>
              <a:rPr sz="1725" b="1">
                <a:solidFill>
                  <a:srgbClr val="A6291E"/>
                </a:solidFill>
              </a:rPr>
              <a:t>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39286-ED11-42B0-A8CC-F0F888C9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A1A1A"/>
                </a:solidFill>
              </a:defRPr>
            </a:pPr>
            <a:r>
              <a:rPr sz="1425" b="0">
                <a:solidFill>
                  <a:srgbClr val="1A1A1A"/>
                </a:solidFill>
              </a:rPr>
              <a:t>Shows the student profile, review history, and tabs for ratings, courses, and favorites.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0E4AF-C3B2-4459-8819-50BB40F3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576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The Edit control is part of the screen; profile editing is still a placeholder.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B84C8-AF96-4014-8D6A-D4620369D1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46aa4fe7d4f43"/>
          <a:stretch xmlns:a="http://schemas.openxmlformats.org/drawingml/2006/main"/>
        </p:blipFill>
        <p:spPr>
          <a:xfrm xmlns:a="http://schemas.openxmlformats.org/drawingml/2006/main">
            <a:off x="6334125" y="1672481"/>
            <a:ext cx="2143125" cy="400833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A3644-2AE1-40A3-B864-02A0CD61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A6291E"/>
                </a:solidFill>
              </a:defRPr>
            </a:pPr>
            <a:r>
              <a:rPr sz="1725" b="1">
                <a:solidFill>
                  <a:srgbClr val="A6291E"/>
                </a:solidFill>
              </a:rPr>
              <a:t>Review 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D06B6-AE1B-40CD-9CA6-B00A56EF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66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A1A1A"/>
                </a:solidFill>
              </a:defRPr>
            </a:pPr>
            <a:r>
              <a:rPr sz="1425" b="0">
                <a:solidFill>
                  <a:srgbClr val="1A1A1A"/>
                </a:solidFill>
              </a:rPr>
              <a:t>Students can select a professor and course, then rate eight categories and add written feedback.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CB695-CD29-4472-B82D-EC6854B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The form is not connected to persistent storage, so a submitted review is not saved yet.</a:t>
            </a:r>
          </a:p>
        </p:txBody>
      </p:sp>
    </p:spTree>
    <p:extLst>
      <p:ext uri="{BB962C8B-B14F-4D97-AF65-F5344CB8AC3E}">
        <p14:creationId xmlns:p14="http://schemas.microsoft.com/office/powerpoint/2010/main" val="1098392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D6734-4C9D-44FF-9449-0AD3D6CF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A6291E"/>
                </a:solidFill>
              </a:defRPr>
            </a:pPr>
            <a:r>
              <a:rPr sz="2850" b="1">
                <a:solidFill>
                  <a:srgbClr val="A6291E"/>
                </a:solidFill>
              </a:rPr>
              <a:t>Technology in the current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3CA5C-8F21-460A-8AD0-E5E10BD6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RateMyProfessorHAU   •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C4D3F-D0BC-4153-A0C2-0BBBD37B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6CD51-768E-4E09-B9B0-45BA7BB1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6291E"/>
                </a:solidFill>
              </a:defRPr>
            </a:pPr>
            <a:r>
              <a:rPr sz="1800" b="1">
                <a:solidFill>
                  <a:srgbClr val="A6291E"/>
                </a:solidFill>
              </a:rPr>
              <a:t>Built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C58F9-715E-4424-8772-CD0B58FB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750E0-5B90-4546-B876-3F3023B8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Flutter + Dart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8010C-72B7-4C08-BC46-B6AF163B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622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The app is built as a Flutter project with Dart screens, models, and reusable widgets.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335F9-7C4D-49FE-A6D7-B93891E0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976D9-1531-46A6-9536-C04ED1DE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Material theming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E442E-8F7A-4B06-B78C-2F20907F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2427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A shared light theme defines the maroon and amber palette, text styles, and spacing.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DBF32-8939-4326-B59B-56CCF491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960D3-D0A3-4BA9-919F-1046E332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DevicePreview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D42AE-C077-4C2D-92B3-DB851409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Keeps a phone preview available during development and web demonstration.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6B222-75B4-49E5-9D64-6E4F61F5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F9578-F92D-47ED-816B-2A28026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A6291E"/>
                </a:solidFill>
              </a:defRPr>
            </a:pPr>
            <a:r>
              <a:rPr sz="1725" b="1">
                <a:solidFill>
                  <a:srgbClr val="A6291E"/>
                </a:solidFill>
              </a:rPr>
              <a:t>Planned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50851-43D1-4D1B-A8D9-D6270805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A1A1A"/>
                </a:solidFill>
              </a:defRPr>
            </a:pPr>
            <a:r>
              <a:rPr sz="1950" b="1">
                <a:solidFill>
                  <a:srgbClr val="1A1A1A"/>
                </a:solidFill>
              </a:rPr>
              <a:t>Firebase Auth + Cloud Firestore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21D7F-8453-4F11-B5D8-7A35043F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714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Selected in the proposal for school-email sign-in and shared professor/review data. The spike and integration remain to be done.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62F7F-3D25-44D5-B2EF-DEA0FB4E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6291E"/>
                </a:solidFill>
              </a:defRPr>
            </a:pPr>
            <a:r>
              <a:rPr sz="1200" b="1">
                <a:solidFill>
                  <a:srgbClr val="A6291E"/>
                </a:solidFill>
              </a:rPr>
              <a:t>Current records are hardcoded sample data.</a:t>
            </a:r>
          </a:p>
        </p:txBody>
      </p:sp>
    </p:spTree>
    <p:extLst>
      <p:ext uri="{BB962C8B-B14F-4D97-AF65-F5344CB8AC3E}">
        <p14:creationId xmlns:p14="http://schemas.microsoft.com/office/powerpoint/2010/main" val="18648997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A1E97-88BB-4A0E-AE4A-BD045CEB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A6291E"/>
                </a:solidFill>
              </a:defRPr>
            </a:pPr>
            <a:r>
              <a:rPr sz="2850" b="1">
                <a:solidFill>
                  <a:srgbClr val="A6291E"/>
                </a:solidFill>
              </a:rPr>
              <a:t>Challenges during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C51BD-EB91-47C8-B2A3-F013079B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RateMyProfessorHAU   •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3C8A8-BA4E-45E6-90A9-19BBF4B0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6F66C-718E-40F6-A7B9-BEE072F0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A6291E"/>
                </a:solidFill>
              </a:defRPr>
            </a:pPr>
            <a:r>
              <a:rPr sz="1725" b="1">
                <a:solidFill>
                  <a:srgbClr val="A6291E"/>
                </a:solidFill>
              </a:rPr>
              <a:t>Visual consistency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F3583-AC86-466C-A208-7D6512B4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A1A1A"/>
                </a:solidFill>
              </a:defRPr>
            </a:pPr>
            <a:r>
              <a:rPr sz="1575" b="0">
                <a:solidFill>
                  <a:srgbClr val="1A1A1A"/>
                </a:solidFill>
              </a:rPr>
              <a:t>The rendered colors and layout did not match the design system on the first screens. The cause has not been diagnosed yet.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0A4AC-203F-4DFF-95A4-3DA52D6E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428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7BC2A-34C4-40E0-906F-E6C8B771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A6291E"/>
                </a:solidFill>
              </a:defRPr>
            </a:pPr>
            <a:r>
              <a:rPr sz="1725" b="1">
                <a:solidFill>
                  <a:srgbClr val="A6291E"/>
                </a:solidFill>
              </a:rPr>
              <a:t>Navigation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7FD3C-BA78-4DC3-83FE-652F5DA6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A1A1A"/>
                </a:solidFill>
              </a:defRPr>
            </a:pPr>
            <a:r>
              <a:rPr sz="1575" b="0">
                <a:solidFill>
                  <a:srgbClr val="1A1A1A"/>
                </a:solidFill>
              </a:rPr>
              <a:t>The professor/reviews icon initially followed the wrong route on several screens. That route behavior was later corrected.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2B833-5255-43E1-8718-D8A151D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190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DF47C-AEDB-4554-95D6-FE9C820D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A6291E"/>
                </a:solidFill>
              </a:defRPr>
            </a:pPr>
            <a:r>
              <a:rPr sz="1725" b="1">
                <a:solidFill>
                  <a:srgbClr val="A6291E"/>
                </a:solidFill>
              </a:rPr>
              <a:t>Backend and 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07FFC-836A-4FCE-8E65-FB983381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A1A1A"/>
                </a:solidFill>
              </a:defRPr>
            </a:pPr>
            <a:r>
              <a:rPr sz="1575" b="0">
                <a:solidFill>
                  <a:srgbClr val="1A1A1A"/>
                </a:solidFill>
              </a:rPr>
              <a:t>Firebase setup was not completed, so reviews, reports, and account flows are not connected to persistent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9FCBA-D713-40C8-A226-F1EEA8D1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000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A1A1A"/>
                </a:solidFill>
              </a:defRPr>
            </a:pPr>
            <a:r>
              <a:rPr sz="1575" b="0">
                <a:solidFill>
                  <a:srgbClr val="1A1A1A"/>
                </a:solidFill>
              </a:rPr>
              <a:t>The current code has not yet been confirmed with flutter analyze or a full run. Build errors may still need fixing.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D7C87-C84C-43CF-881F-B5FD6E9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197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66666"/>
                </a:solidFill>
              </a:defRPr>
            </a:pPr>
            <a:r>
              <a:rPr sz="1200" b="1">
                <a:solidFill>
                  <a:srgbClr val="666666"/>
                </a:solidFill>
              </a:rPr>
              <a:t>These are open work items, not resolved claims.</a:t>
            </a:r>
          </a:p>
        </p:txBody>
      </p:sp>
    </p:spTree>
    <p:extLst>
      <p:ext uri="{BB962C8B-B14F-4D97-AF65-F5344CB8AC3E}">
        <p14:creationId xmlns:p14="http://schemas.microsoft.com/office/powerpoint/2010/main" val="306456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FA599-5F97-4487-B322-B505E231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A6291E"/>
                </a:solidFill>
              </a:defRPr>
            </a:pPr>
            <a:r>
              <a:rPr sz="2850" b="1">
                <a:solidFill>
                  <a:srgbClr val="A6291E"/>
                </a:solidFill>
              </a:rPr>
              <a:t>What I would do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04D11-90AA-4F95-925B-69327614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6666"/>
                </a:solidFill>
              </a:defRPr>
            </a:pPr>
            <a:r>
              <a:rPr sz="900" b="0">
                <a:solidFill>
                  <a:srgbClr val="666666"/>
                </a:solidFill>
              </a:rPr>
              <a:t>RateMyProfessorHAU   •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C7307-51E5-4B87-978D-CCE2DE5E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87635-6F7B-4E92-AE35-D062B187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5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06917-BFA1-4467-97F4-572AF41E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1  Confirm the app builds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826FA-2AD2-48D4-A2FD-6734B5B3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812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Run flutter pub get, flutter analyze, and the web app; fix any reported errors.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7BCF8-93A6-45C3-957B-07734DD0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34A4E-8DAE-4E25-9054-6933825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2  Resolve the theme mismatch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26DB5-03B8-46EA-8199-6D989EB1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Check shared theme usage and hardcoded colors against the design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DF1D2-8DBF-4D7E-850D-2A539453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F08E1-EDE9-4EEF-AD15-FCFD4F3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3  Add Firebase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AB7AF-1EDF-4618-801F-B49428CC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767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Complete a small setup spike, then wire HAU email sign-in and Firestore review reads/writes.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FA454-9AA3-4214-9A05-93A7387F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2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F9BB0-E2C7-4C39-8984-3165F507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A1A1A"/>
                </a:solidFill>
              </a:defRPr>
            </a:pPr>
            <a:r>
              <a:rPr sz="1650" b="1">
                <a:solidFill>
                  <a:srgbClr val="1A1A1A"/>
                </a:solidFill>
              </a:rPr>
              <a:t>4  Verify and document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12C9F-DBF9-43CF-A159-34D38494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2447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6666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Test that a submitted review survives restart, then capture current screens and update security notes.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73274-7F05-49E5-A42B-F3743578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A6291E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A6291E"/>
                </a:solidFill>
              </a:defRPr>
            </a:pPr>
            <a:r>
              <a:rPr sz="1425" b="1">
                <a:solidFill>
                  <a:srgbClr val="A6291E"/>
                </a:solidFill>
              </a:rPr>
              <a:t>Goal: turn the current screen prototype into a tested app with shared, persistent reviews.</a:t>
            </a:r>
          </a:p>
        </p:txBody>
      </p:sp>
    </p:spTree>
    <p:extLst>
      <p:ext uri="{BB962C8B-B14F-4D97-AF65-F5344CB8AC3E}">
        <p14:creationId xmlns:p14="http://schemas.microsoft.com/office/powerpoint/2010/main" val="1010099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2026-10-09T15:18:59.0460000Z</dcterms:created>
  <dcterms:modified xsi:type="dcterms:W3CDTF">2026-10-09T15:18:59.0460000Z</dcterms:modified>
</coreProperties>
</file>